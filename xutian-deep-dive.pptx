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DEEP DIVE · 项目深度教学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AI 视频平台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i="1" spc="100" kern="0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从零到理解整个系统 · 20 页深度指南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教学章节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774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核心系统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· 让创意如旭日升空</a:t>
            </a:r>
            <a:endParaRPr lang="en-US" sz="13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个章节 · 从愿景到实现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项目愿景与价值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解决什么问题、创造什么价值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563624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91056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91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572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双平台架构设计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773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为什么分两个平台、边界在哪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2057400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066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客户平台：认证与权限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2677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角色层级、16 项权限目录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2551176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560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客户平台：计费与账本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整数分、reserve-settle、append-only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" y="3044952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72384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054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中转站：生成契约与路由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2552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契约、能力声明、粘性路由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3538728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3547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中转站：异步执行与产物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租约围栏、回调、OBS 转存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0120" y="4032504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59936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发布系统与前端架构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4242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审批流、路由设计、设计系统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0120" y="4526280"/>
            <a:ext cx="7772400" cy="0"/>
          </a:xfrm>
          <a:prstGeom prst="line">
            <a:avLst/>
          </a:prstGeom>
          <a:noFill/>
          <a:ln w="6350">
            <a:solidFill>
              <a:srgbClr val="E8E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553712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" y="45354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安全、测试与迁移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60120" y="4736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安全不变量、测试策略、迁移路线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1097280"/>
            <a:ext cx="2468880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1280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阅读建议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164592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按顺序阅读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01 到 08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每章独立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可跳读感兴趣的部分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遇到不懂的术语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先跳过，后面会解释</a:t>
            </a:r>
            <a:endParaRPr lang="en-US" sz="11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项目愿景与价值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痛点：企业用 AI 做视频有多难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 AI 工具各自为政，质量不稳定，无法统一管理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管不住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员工各自付费使用，公司无法追踪消费和产出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流程断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44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生成→管理→发布割裂，没有审批，出了问题追不到人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旭天的解决方案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统一接入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764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一个平台接入多个 AI 模型，按能力声明选择，质量可预期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企业管控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公司统一充值、成员按权限使用、消费全链路可追溯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端到端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044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创意→生成→管理→审批→发布→报表，全流程线上化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目标用户：企业团队（公司老板 + 主管 + 操作员）和独立创作者，通过同一个平台完成 AI 视频的生成、管理和发布。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一句话定义：旭天 = 企业级 AI 视频创作平台，让团队从创意到发布全流程线上化。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为什么需要双平台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00" cy="2560320"/>
          </a:xfrm>
          <a:prstGeom prst="rect">
            <a:avLst/>
          </a:prstGeom>
          <a:solidFill>
            <a:srgbClr val="FDF2F2"/>
          </a:solidFill>
          <a:ln w="12700">
            <a:solidFill>
              <a:srgbClr val="E8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如果只用一个平台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用户直接调供应商 API → 密钥泄露风险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计费和生成混在一起 → 一个崩全崩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供应商变更影响全部用户 → 无法独立迁移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无法对供应商做独立监控和告警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扩展新供应商要改整个系统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114800" cy="2560320"/>
          </a:xfrm>
          <a:prstGeom prst="rect">
            <a:avLst/>
          </a:prstGeom>
          <a:solidFill>
            <a:srgbClr val="EAF7E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双平台分离后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浏览器只调客户平台 → 供应商密钥永不暴露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984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计费/权限在客户平台，生成在中转站 → 各自独立演化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3682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中转站可独立迁移（Python → Go）→ 不影响用户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7523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Provider 监控独立运行 → 故障不影响平台服务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新供应商只需写适配器 → 零核心代码改动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→ 只调客户平台    |    客户平台 → 用服务凭证调中转站    |    中转站 → 调供应商    |    用户永远不直接接触供应商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架构总览：四大组件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280160" cy="82296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浏览器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2057400"/>
            <a:ext cx="56692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011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7373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2377440" cy="17373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客户管理平台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认证 + 角色权限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07568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钱包计费 (整数分)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2768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任务管理 + 素材库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4780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 项权限目录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6791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发布审批 + 排期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057400"/>
            <a:ext cx="56692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011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服务凭证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77840" y="1188720"/>
            <a:ext cx="2377440" cy="17373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生成中转站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→ Go (new-api)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18745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统一 /v1/generations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207568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多供应商路由 + failover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22768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粘性账号池 (PostgreSQL)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24780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异步执行 + 签名回调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26791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产物转存到 OBS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01000" y="2057400"/>
            <a:ext cx="38404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011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1554480"/>
            <a:ext cx="365760" cy="914400"/>
          </a:xfrm>
          <a:prstGeom prst="rect">
            <a:avLst/>
          </a:prstGeom>
          <a:solidFill>
            <a:srgbClr val="FDEEE8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供应商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共享基础设施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两平台共享数据库（各自 schema）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5176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1760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队列 + 缓存 + 延迟重试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华为云 OBS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产物持久存储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7512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 回调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签名 + at-least-once + 死信</a:t>
            </a:r>
            <a:endParaRPr lang="en-US" sz="8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认证体系：角色层级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平台管理员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481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管理所有公司、模型上架、全局报表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2286000" cy="5486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公司老板 (Owner)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95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创建公司、充值、分配成员权限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286000" cy="5486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团队主管 (Team Lead)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395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管理团队、审批发布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2103120"/>
            <a:ext cx="228600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操作员 (Operator)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3957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创建任务、上传素材、下载作品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1737360"/>
            <a:ext cx="0" cy="36576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2103120"/>
            <a:ext cx="457200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017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特殊身份：个人用户 — 不属于任何公司，用自己的积分创作。一个自然人可同时属于多个公司，个人积分和公司钱包完全分开。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认证流程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69080"/>
            <a:ext cx="1234440" cy="3200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登录获取 JWT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4069080"/>
            <a:ext cx="1234440" cy="3200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请求携带 Token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4069080"/>
            <a:ext cx="1234440" cy="3200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 HS256 校验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20840" y="4069080"/>
            <a:ext cx="1234440" cy="320040"/>
          </a:xfrm>
          <a:prstGeom prst="rect">
            <a:avLst/>
          </a:prstGeom>
          <a:solidFill>
            <a:srgbClr val="F4F6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069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+ 权限判定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权限目录：16 项精细控制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3291840"/>
                <a:gridCol w="1645920"/>
              </a:tblGrid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权限码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默认角色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tasks.create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创建生成任务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tasks.read.own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查看自己的任务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tasks.read.company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查看公司所有任务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media.read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查看素材库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media.manage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上传/删除素材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发布域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publish.accounts.read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查看发布账号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publish.accounts.manage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管理发布账号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publish.jobs.read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查看发布任务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publish.jobs.manage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创建/审批发布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company.members.manage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管理成员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company.roles.manage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管理角色权限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company.wallet.read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查看钱包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company.wallet.manage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充值/退款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报表域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reports.view.own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查看个人报表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reports.view.team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查看团队报表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2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reports.view.company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查看公司报表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DEEE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959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继承与覆盖规则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角色提供默认权限  →  老板可对每个成员逐项设置 allow / deny 覆盖  →  清除覆盖则回到 inherit  →  全量替换 API 要求快照锁，防止并发覆盖</a:t>
            </a:r>
            <a:endParaRPr lang="en-US" sz="9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计费模型：reserve → settle / release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28016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创建任务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检查余额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预扣积分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标记 reserved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118872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188720"/>
            <a:ext cx="128016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提交中转站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5544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传递任务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获取任务ID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等待结果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118872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188720"/>
            <a:ext cx="128016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3a. 成功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15544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验证产物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转存到 OBS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扣费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118872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3B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88720"/>
            <a:ext cx="1280160" cy="32004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3b. 失败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544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自动释放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退回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用户不付费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1188720"/>
            <a:ext cx="1280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6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1188720"/>
            <a:ext cx="1280160" cy="32004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完成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15544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用户下载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生成报表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更新账本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整数最小单位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520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所有金额用整数「分」存储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不用浮点数，避免精度丢失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68880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3200400"/>
            <a:ext cx="18288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Append-only 账本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3520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账单记录只能追加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DB 双层禁止修改删除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80560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200400"/>
            <a:ext cx="18288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充值幂等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0" y="3520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重试用稳定 idempotency key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金额和备注必须同时匹配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92240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3200400"/>
            <a:ext cx="1828800" cy="54864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共享钱包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3520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公司一个钱包供所有成员使用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个人用户用独立积分</a:t>
            </a:r>
            <a:endParaRPr lang="en-US" sz="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钱包与消费报表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公司共享钱包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充值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老板充值 → 幂等 key 防重 → 入账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" cy="50292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057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成员创建任务 → 预扣 → 结算/释放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追溯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每笔消费记录：成员+模型+时间+金额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864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按公司/员工/模型/时间维度筛选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财务报表四维分离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6304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充值现金流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老板充值的资金流入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057400"/>
            <a:ext cx="54864" cy="50292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057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结算收入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成功生成任务的实际收入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65176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651760"/>
            <a:ext cx="54864" cy="502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供应商成本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651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从供应商获取的真实成本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（append-only 成本账本）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24612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46120"/>
            <a:ext cx="54864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毛利润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 - 成本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缺失成本记录标记为「不完整」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593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关键原则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供应商成本必须从独立成本账本获取，绝不从客户价格反推。缺少真实成本记录的期间标记为「对账不完整」，不当作零成本处理。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生成契约：/v1/generations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/v1/generations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"video-pro-v1",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"mode": "text_to_video",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"...",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"negative_prompt": "...",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"duration": 5,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"resolution": "1080p",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"aspect_ratio": "16:9",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"face_support": false,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"image_inputs": [],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"output_count": 1,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"capability_revision": "sha256:..."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契约特征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4572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风格异步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id/object 资源语义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轮询或回调获取结果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892808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92808"/>
            <a:ext cx="45720" cy="41148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892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 SDK 兼容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892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不宣传为 wire/drop-in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替换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2368296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68296"/>
            <a:ext cx="45720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3682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能力声明绑定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3682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每个模型+模式声明支持的能力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空/矛盾字段不可发布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843784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843784"/>
            <a:ext cx="457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8437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 版本锁定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84378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中转站发布确定性 revision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 pin 后 drift 即失败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3319272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319272"/>
            <a:ext cx="45720" cy="41148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319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Failover 安全交集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319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共享模型别名取交集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避免跨供应商能力差异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能力声明字段：生成模式 | 每类媒体输入数 | 人脸支持 | 分辨率 | 时长 | 宽高比 | 输出数量 | 提示词限制 | 资源权益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路由与账号池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粘性路由：一个稳定路由 = 一个真实账号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6304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任务提交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1417320"/>
            <a:ext cx="146304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准入检查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417320"/>
            <a:ext cx="146304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分配路由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(持久化)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1463040" cy="640080"/>
          </a:xfrm>
          <a:prstGeom prst="rect">
            <a:avLst/>
          </a:prstGeom>
          <a:solidFill>
            <a:srgbClr val="FDEEE8"/>
          </a:solidFill>
          <a:ln w="12700">
            <a:solidFill>
              <a:srgbClr val="E85D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围栏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防并发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417320"/>
            <a:ext cx="146304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Failover 规则（三种场景）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97480"/>
            <a:ext cx="54864" cy="45720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已确认不创建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供应商明确返回失败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可切换到其他路由/账号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46120"/>
            <a:ext cx="54864" cy="45720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未知提交结果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供应商没返回明确结果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保留原路由和槽位，不切换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等待人工对账确认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94760"/>
            <a:ext cx="54864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账号冷却/禁用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账号被标记冷却或禁用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只拒绝新任务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已有任务继续在原账号轮询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容量控制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97480"/>
            <a:ext cx="45720" cy="36576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RPM 限速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固定窗口 RPM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worker 强制执行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108960"/>
            <a:ext cx="4572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活跃任务容量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每路由长连接任务上限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超出则排队等待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520440"/>
            <a:ext cx="457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 延迟队列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本地等待用持久队列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不消耗供应商重试次数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931920"/>
            <a:ext cx="45720" cy="3657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共享准入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共享状态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不是进程本地计数器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核心不变量：未知提交结果绝不重试到其他账号，绝不触发跨渠道 retry。必须人工确认后才处理。</a:t>
            </a:r>
            <a:endParaRPr lang="en-US" sz="10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异步执行与回调安全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任务生命周期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630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写入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保证至少一次投递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417320"/>
            <a:ext cx="14630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417320"/>
            <a:ext cx="1463040" cy="27432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租约获取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获取租约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 token 围栏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14630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417320"/>
            <a:ext cx="146304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调供应商 API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轮询结果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78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32120" y="1417320"/>
            <a:ext cx="14630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417320"/>
            <a:ext cx="146304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签名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23760" y="1417320"/>
            <a:ext cx="14630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6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417320"/>
            <a:ext cx="1463040" cy="2743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success/failed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不可回退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四条安全不变量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246120"/>
            <a:ext cx="54864" cy="5486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246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租约围栏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过期 Worker 可完成外部请求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但绝不覆盖当前 owner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89120" y="32461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3246120"/>
            <a:ext cx="54864" cy="54864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3246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终态不可回退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success/failed 是终态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过期 Worker 不能回退状态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886200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886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回调只认领自己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1168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交付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每次只发送一个 item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89120" y="38862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3886200"/>
            <a:ext cx="54864" cy="54864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3886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死信状态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重试耗尽进入死信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不丢失，等待人工处理</a:t>
            </a:r>
            <a:endParaRPr lang="en-US" sz="8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产物转存与下载审计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463040" cy="27432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供应商返回 URL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临时 URL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有时效限制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745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2801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280160"/>
            <a:ext cx="146304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中转站下载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0280" y="1600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下载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验证完整性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661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2801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280160"/>
            <a:ext cx="146304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转存到 OBS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1600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华为云 OBS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平台控制存储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80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12801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1280160"/>
            <a:ext cx="146304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验证确认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1600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文件完整可用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才标记 durable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944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23760" y="12801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63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280160"/>
            <a:ext cx="1463040" cy="2743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用户下载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1600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通过平台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签名 URL 下载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下载审计的三层区分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签发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生成了下载链接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用户已下载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不能标为「已下载」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566160"/>
            <a:ext cx="54864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下载发起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7373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用户点击了下载按钮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传输已完成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3566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不能标为「已下载」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确认完成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373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受控传输路径完成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 OBS 访问日志确认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唯一可标「已下载」的依据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核心规则：供应商临时 URL 绝不暴露为长期资产。只有验证并转存到 OBS 的产物才算 durable。</a:t>
            </a:r>
            <a:endParaRPr lang="en-US" sz="10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健康监控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645920" cy="9144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独立 Worker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(持久租约)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737360"/>
            <a:ext cx="47548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188720"/>
            <a:ext cx="2011680" cy="109728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188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数据库时钟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去重触发/恢复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83480" y="1737360"/>
            <a:ext cx="47548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280160"/>
            <a:ext cx="1828800" cy="914400"/>
          </a:xfrm>
          <a:prstGeom prst="rect">
            <a:avLst/>
          </a:prstGeom>
          <a:solidFill>
            <a:srgbClr val="FDEEE8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签名 Webhook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(token 围栏)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1737360"/>
            <a:ext cx="384048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280160"/>
            <a:ext cx="73152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2801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监控内容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88920"/>
            <a:ext cx="4572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每路由健康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成功率/延迟/错误率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78892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2788920"/>
            <a:ext cx="45720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终态记录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不可变供应商终态结果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91840"/>
            <a:ext cx="457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去重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触发/恢复转换去重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291840"/>
            <a:ext cx="45720" cy="41148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B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批量失效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供应商导致批量账号失效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593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生产不变量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4133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生产必须启用监控 + 配置外部签名告警 sink  |  Readiness 暴露监控新鲜度和告警积压  |  Provider 故障不摘除 API  |  移除供应商需显式确认，不从缺失探针推断恢复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发布系统：审批到上线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发布流水线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1234440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存储产物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已验证的作品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从素材库选择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4592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1371600"/>
            <a:ext cx="1234440" cy="25603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发布账号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公司绑定的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平台账号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632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371600"/>
            <a:ext cx="1234440" cy="25603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主管/老板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审批通过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77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371600"/>
            <a:ext cx="1234440" cy="256032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排期队列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按计划时间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入队等待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9788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371600"/>
            <a:ext cx="123444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供应商POST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官方适配器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发布到平台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43800" y="1371600"/>
            <a:ext cx="12344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63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1371600"/>
            <a:ext cx="1234440" cy="256032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结果对账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1664208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确认发布成功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或处理异常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发布安全控制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0632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063240"/>
            <a:ext cx="54864" cy="5486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3063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feature.auto_publish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控制所有外部发布副作用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移除授权 → 停止未提交的工作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但不隐藏历史安全操作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89120" y="30632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0" y="3063240"/>
            <a:ext cx="54864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9" name="Text 47"/>
          <p:cNvSpPr/>
          <p:nvPr/>
        </p:nvSpPr>
        <p:spPr>
          <a:xfrm>
            <a:off x="4526280" y="3063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安全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仅存服务端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加密 + 可审计 + 可撤销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绝不暴露给前端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37033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3703320"/>
            <a:ext cx="54864" cy="54864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未知提交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0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发布结果未知 → 不自动重试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等待人工对账确认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确认无外部提交后才处理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89120" y="37033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0" y="3703320"/>
            <a:ext cx="54864" cy="54864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57" name="Text 55"/>
          <p:cNvSpPr/>
          <p:nvPr/>
        </p:nvSpPr>
        <p:spPr>
          <a:xfrm>
            <a:off x="452628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公司隔离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发布账号 = 公司级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与中转站供应商路由完全隔离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不共享表/凭证/限速</a:t>
            </a:r>
            <a:endParaRPr lang="en-US" sz="800" dirty="0"/>
          </a:p>
        </p:txBody>
      </p:sp>
      <p:sp>
        <p:nvSpPr>
          <p:cNvPr id="5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前端架构：路由与设计系统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个工作室路由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371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社区灵感流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4864" cy="292608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37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1737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737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生成视频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54864" cy="29260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03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103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素材管理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54864" cy="29260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468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/artworks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468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作品管理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54864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8346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/publishing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2834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834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审批发布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54864" cy="29260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200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3200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200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任务记录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54864" cy="29260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566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3566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97480" y="3566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偏好配置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设计系统层级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1371600"/>
            <a:ext cx="4572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tokens.css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字体/字号/间距/圆角 token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1783080"/>
            <a:ext cx="4572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foundation.css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排版权威 @layer 级联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1945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194560"/>
            <a:ext cx="45720" cy="36576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shells.css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922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56px topbar + 80px icon rail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2606040"/>
            <a:ext cx="457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controls.css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按钮/输入/卡片控件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3017520"/>
            <a:ext cx="45720" cy="3657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light-theme.css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三皮肤：纯白/雾灰/暖米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3474720"/>
            <a:ext cx="365760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83480" y="373075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6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 Icons + Recharts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Manrope + Noto Sans SC 变量字体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托管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设计原则：浅色主题为默认，纯白基底。不支持黑色/暗色主题。皮肤切换仅改外观，不改布局/密度/产品语义。</a:t>
            </a:r>
            <a:endParaRPr lang="en-US" sz="1000" dirty="0"/>
          </a:p>
        </p:txBody>
      </p:sp>
      <p:sp>
        <p:nvSpPr>
          <p:cNvPr id="6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安全边界：六条不变量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914400"/>
          </a:xfrm>
          <a:prstGeom prst="rect">
            <a:avLst/>
          </a:prstGeom>
          <a:solidFill>
            <a:srgbClr val="CB3B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CB3B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管理员账户保护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生产环境用 IdP 签名 amr + auth_time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非读操作需近期 step-up 认证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allowlist 服务端强制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89120" y="114300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143000"/>
            <a:ext cx="54864" cy="914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32588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数据隔离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公司间数据隔离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普通员工只看自己任务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跨范围 ID 不泄露存在性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不成功不扣费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560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生成失败自动释放预扣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用户永远不为失败付费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reserve→settle/release 语义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2194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194560"/>
            <a:ext cx="54864" cy="9144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237744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未知提交不重试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2560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供应商未明确返回结果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保留原路由，不切换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等待人工确认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46120"/>
            <a:ext cx="54864" cy="9144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1B263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产物必须验证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3611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 URL 不暴露为长期资产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OBS 转存验证后算 durable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下载审计区分链接和完成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89120" y="324612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3246120"/>
            <a:ext cx="54864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8" name="Shape 36"/>
          <p:cNvSpPr/>
          <p:nvPr/>
        </p:nvSpPr>
        <p:spPr>
          <a:xfrm>
            <a:off x="4526280" y="3429000"/>
            <a:ext cx="365760" cy="3657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8348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公司暂停 = 准入开关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611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暂停公司只停新请求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已有任务正常走完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不隐含取消正在执行的工作</a:t>
            </a:r>
            <a:endParaRPr lang="en-US" sz="8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技术栈与迁移路线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中转站迁移：Python → Go (new-api)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164592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当前：Python FastAPI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行为预言机 + 回滚路径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2082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完整安全语义已实现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适配器路由 + 失败切换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签名回调 + 死信状态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7340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Provider 监控 worker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3931920" cy="1645920"/>
          </a:xfrm>
          <a:prstGeom prst="rect">
            <a:avLst/>
          </a:prstGeom>
          <a:solidFill>
            <a:srgbClr val="FDEEE8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目标：Go (new-api 扩展)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QuantumNous/new-api 为基础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0208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渠道/适配器生态系统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2585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OpenAI/厂商协议兼容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24963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模型映射 + 优先级/权重路由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7340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 key/渠道管理 + 使用日志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迁移原则（Contract-First）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11880"/>
            <a:ext cx="45720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11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增量迁移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 flag-day 替换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保持可用作预言机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361188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3611880"/>
            <a:ext cx="45720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611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契约对齐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所有安全语义必须对齐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不能为匹配 upstream 而削弱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60520"/>
            <a:ext cx="45720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验收门禁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契约对齐 + 故障注入 + 多 worker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PostgreSQL/Redis + 真实供应商 staging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41605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4160520"/>
            <a:ext cx="45720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回滚路径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Relay 保持可用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直到 Go 版本通过全部验收门</a:t>
            </a:r>
            <a:endParaRPr lang="en-US" sz="8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57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测试策略：60+ 测试文件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36576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前端视觉契约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社区流、创作台、发布中心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管理控制台、响应式布局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设计系统基础、皮肤主题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143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143000"/>
            <a:ext cx="36576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后端功能契约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权限目录、计费账本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任务生命周期、产物转存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回调签名、消费报表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3657600" cy="54864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中转站迁移验收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契约对齐、故障注入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worker PostgreSQL/Redis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真实供应商 staging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26517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651760"/>
            <a:ext cx="3657600" cy="54864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跨服务与安全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0" y="3154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跨服务成本对账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平台计费完整性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数据隔离、未知提交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管理员访问控制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完成定义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+ 自动化测试 + 真实浏览器桌面/移动/键盘检查 + 权限 + 计费 + 幂等 + 失败行为 + 运营证据 = 一个发布门。不拿任何一个维度换另一个。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= 企业级 AI 视频创作平台，从创意到发布全流程线上化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双平台架构：客户平台管权限计费，中转站管生成路由和产物转存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安全第一：不成功不扣费、权限隔离、只追加账本、未知提交不重试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620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中转站正在从 Python 迁移到 Go (new-api)，契约优先、增量推进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564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测试覆盖前端视觉契约、后端功能、迁移验收和跨服务安全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下一步探索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启动前端  →  浏览 docs/ 架构文档  →  阅读 backend/platform/ 理解 API  →  跑 npm test 看测试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· 让创意如旭日升空</a:t>
            </a:r>
            <a:endParaRPr lang="en-US" sz="13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2026-08-16T02:00:18Z</dcterms:created>
  <dcterms:modified xsi:type="dcterms:W3CDTF">2026-08-16T02:00:18Z</dcterms:modified>
</cp:coreProperties>
</file>