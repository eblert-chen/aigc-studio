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· 零基础教学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旭天 AI 视频平台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i="1" spc="100" kern="0" dirty="0">
                <a:solidFill>
                  <a:srgbClr val="2E8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项目全景指南 · 让创意如旭日升空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面向零基础读者 · 12 页摸透整个项目</a:t>
            </a:r>
            <a:endParaRPr lang="en-US" sz="12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本节课你将学到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" cy="41148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261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这个项目是什么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481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一句话理解旭天平台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1560" y="1865376"/>
            <a:ext cx="68580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01952"/>
            <a:ext cx="411480" cy="41148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01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883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它解决什么问题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传统方式 vs 平台方式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" y="2487168"/>
            <a:ext cx="68580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23744"/>
            <a:ext cx="411480" cy="41148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237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5054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谁来使用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27249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四类用户角色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51560" y="3108960"/>
            <a:ext cx="68580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145536"/>
            <a:ext cx="411480" cy="41148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45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127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平台长什么样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33467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页面路由与功能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51560" y="3730752"/>
            <a:ext cx="68580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67328"/>
            <a:ext cx="411480" cy="41148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67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双平台架构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1560" y="39684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客户平台 + 生成中转站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51560" y="4352544"/>
            <a:ext cx="68580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389120"/>
            <a:ext cx="411480" cy="41148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4370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技术栈与现状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51560" y="45902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用了什么技术、做到哪了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0" y="1280160"/>
            <a:ext cx="2103120" cy="3474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20116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个章节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页内容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分钟读懂</a:t>
            </a:r>
            <a:endParaRPr lang="en-US" sz="16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这个项目是什么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一句话定义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旭天是一个让企业团队用 AI 批量生成视频、管理素材、发布到各平台的端到端创作平台。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84048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打个比方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就像「企业版的剪映 + Canva + 发布管家」——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你负责想创意，AI 负责生成视频，平台负责计费、权限和发布。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371600"/>
            <a:ext cx="457200" cy="457200"/>
          </a:xfrm>
          <a:prstGeom prst="ellipse">
            <a:avLst/>
          </a:prstGeom>
          <a:solidFill>
            <a:srgbClr val="FDEEE8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生成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文生视频、图生视频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多模型、多模式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24028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3480" y="2423160"/>
            <a:ext cx="457200" cy="457200"/>
          </a:xfrm>
          <a:prstGeom prst="ellipse">
            <a:avLst/>
          </a:prstGeom>
          <a:solidFill>
            <a:srgbClr val="FDEEE8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企业管理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2624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公司、成员、权限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钱包、计费、报表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29184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3474720"/>
            <a:ext cx="457200" cy="457200"/>
          </a:xfrm>
          <a:prstGeom prst="ellipse">
            <a:avLst/>
          </a:prstGeom>
          <a:solidFill>
            <a:srgbClr val="FDEEE8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一键发布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6758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作品管理、审批流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多平台发布队列</a:t>
            </a:r>
            <a:endParaRPr lang="en-US" sz="10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它解决什么问题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FDF2F2"/>
          </a:solidFill>
          <a:ln w="12700">
            <a:solidFill>
              <a:srgbClr val="E8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922B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没有这个平台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找外部 AI 工具，一个个试，质量参差不齐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公司没法统一管理谁用了多少、花了多少钱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生成的视频散落各处，没有统一素材库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2461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发布到抖音/小红书要手动逐个操作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703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没有审批流程，谁都能发，出了问题追不到人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188720"/>
            <a:ext cx="3840480" cy="3200400"/>
          </a:xfrm>
          <a:prstGeom prst="rect">
            <a:avLst/>
          </a:prstGeom>
          <a:solidFill>
            <a:srgbClr val="EAF7E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有了旭天平台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74920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一个平台接入多个 AI 模型，按需选择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23317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公司统一充值，成员按权限使用，消费可追溯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27889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所有素材和作品集中管理，权限隔离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32461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审批 → 排期 → 自动发布，全流程线上化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37033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3703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平台管理员控权、公司老板控费、操作员专注创作</a:t>
            </a:r>
            <a:endParaRPr lang="en-US" sz="11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谁来使用这个平台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8620" y="13716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" y="1371600"/>
            <a:ext cx="1920240" cy="7315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Shape 5"/>
          <p:cNvSpPr/>
          <p:nvPr/>
        </p:nvSpPr>
        <p:spPr>
          <a:xfrm>
            <a:off x="1028700" y="1691640"/>
            <a:ext cx="640080" cy="64008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8" name="Text 6"/>
          <p:cNvSpPr/>
          <p:nvPr/>
        </p:nvSpPr>
        <p:spPr>
          <a:xfrm>
            <a:off x="10287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平台管理员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578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管理所有公司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审批模型上架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查看全局报表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37460" y="13716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37460" y="1371600"/>
            <a:ext cx="192024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3" name="Shape 11"/>
          <p:cNvSpPr/>
          <p:nvPr/>
        </p:nvSpPr>
        <p:spPr>
          <a:xfrm>
            <a:off x="3177540" y="1691640"/>
            <a:ext cx="640080" cy="64008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31775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2890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公司老板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7462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创建公司、充值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分配成员权限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查看消费报表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6300" y="13716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371600"/>
            <a:ext cx="1920240" cy="73152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19" name="Shape 17"/>
          <p:cNvSpPr/>
          <p:nvPr/>
        </p:nvSpPr>
        <p:spPr>
          <a:xfrm>
            <a:off x="5326380" y="1691640"/>
            <a:ext cx="640080" cy="640080"/>
          </a:xfrm>
          <a:prstGeom prst="ellipse">
            <a:avLst/>
          </a:prstGeom>
          <a:solidFill>
            <a:srgbClr val="E85D2C"/>
          </a:solidFill>
          <a:ln/>
        </p:spPr>
      </p:sp>
      <p:sp>
        <p:nvSpPr>
          <p:cNvPr id="20" name="Text 18"/>
          <p:cNvSpPr/>
          <p:nvPr/>
        </p:nvSpPr>
        <p:spPr>
          <a:xfrm>
            <a:off x="53263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7774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团队主管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2346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管理团队成员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审批发布任务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查看团队作品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35140" y="13716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5140" y="1371600"/>
            <a:ext cx="192024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Shape 23"/>
          <p:cNvSpPr/>
          <p:nvPr/>
        </p:nvSpPr>
        <p:spPr>
          <a:xfrm>
            <a:off x="7475220" y="169164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747522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2658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操作员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7230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 AI 视频任务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上传素材、下载作品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提交发布申请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还有一种特殊身份：个人用户 — 不属于任何公司，用自己的积分创作，管理自己的作品。</a:t>
            </a:r>
            <a:endParaRPr lang="en-US" sz="11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平台长什么样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页面路由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功能说明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40880" y="1188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8229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首页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5727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社区灵感流，浏览他人作品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0" y="1645920"/>
            <a:ext cx="640080" cy="23774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164592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011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/creation  创作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0116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选模型、填提示词、生成视频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2084832"/>
            <a:ext cx="640080" cy="237744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20848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4505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/media  素材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4505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上传和管理私有图片、视频素材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2523744"/>
            <a:ext cx="640080" cy="23774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252374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8895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/artworks  作品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28895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查看和管理已生成的视频作品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40880" y="2962656"/>
            <a:ext cx="640080" cy="23774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29626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32841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/publishing  发布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33284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发布账号管理、审批流、排期队列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40880" y="3401568"/>
            <a:ext cx="640080" cy="23774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34015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7673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/history  历史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3767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全部任务记录，含状态和消费明细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40880" y="3840480"/>
            <a:ext cx="640080" cy="23774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384048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206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/settings  设置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0" y="42062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个人偏好、皮肤切换、账户管理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40880" y="4279392"/>
            <a:ext cx="640080" cy="23774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7040880" y="427939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</a:t>
            </a:r>
            <a:endParaRPr lang="en-US" sz="900" dirty="0"/>
          </a:p>
        </p:txBody>
      </p:sp>
      <p:sp>
        <p:nvSpPr>
          <p:cNvPr id="3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双平台架构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463040" cy="914400"/>
          </a:xfrm>
          <a:prstGeom prst="rect">
            <a:avLst/>
          </a:prstGeom>
          <a:solidFill>
            <a:srgbClr val="EBF5FB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浏览器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(用户)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2148840"/>
            <a:ext cx="548640" cy="9144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874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0" y="1371600"/>
            <a:ext cx="2286000" cy="16459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客户管理平台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B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FastAPI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21488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认证授权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钱包计费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任务管理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权限控制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2148840"/>
            <a:ext cx="548640" cy="9144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874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服务凭证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60720" y="1371600"/>
            <a:ext cx="2286000" cy="164592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生成中转站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→ Go (new-api)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21488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统一生成 API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多供应商路由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异步任务 + 重试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产物转存到 OBS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38160" y="2148840"/>
            <a:ext cx="365760" cy="9144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20" name="Shape 18"/>
          <p:cNvSpPr/>
          <p:nvPr/>
        </p:nvSpPr>
        <p:spPr>
          <a:xfrm>
            <a:off x="7589520" y="1645920"/>
            <a:ext cx="1097280" cy="1097280"/>
          </a:xfrm>
          <a:prstGeom prst="rect">
            <a:avLst/>
          </a:prstGeom>
          <a:solidFill>
            <a:srgbClr val="FDEEE8"/>
          </a:solidFill>
          <a:ln w="19050">
            <a:solidFill>
              <a:srgbClr val="E85D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1645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供应商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(多个)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FDEEE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核心规则：浏览器只能调用客户平台；客户平台用服务凭证调用中转站；中转站再调供应商。用户永远不直接接触供应商。</a:t>
            </a:r>
            <a:endParaRPr lang="en-US" sz="11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视频生成全流程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234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820" y="1554480"/>
            <a:ext cx="457200" cy="4572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用户提交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选模型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填提示词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上传素材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219456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56232" y="1371600"/>
            <a:ext cx="1234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4852" y="1554480"/>
            <a:ext cx="457200" cy="45720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2244852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01952" y="21031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平台扣费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01952" y="242316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检查余额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预扣积分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创建任务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90672" y="219456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55264" y="1371600"/>
            <a:ext cx="1234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43884" y="1554480"/>
            <a:ext cx="457200" cy="457200"/>
          </a:xfrm>
          <a:prstGeom prst="ellipse">
            <a:avLst/>
          </a:prstGeom>
          <a:solidFill>
            <a:srgbClr val="1B2631"/>
          </a:solidFill>
          <a:ln/>
        </p:spPr>
      </p:sp>
      <p:sp>
        <p:nvSpPr>
          <p:cNvPr id="19" name="Text 17"/>
          <p:cNvSpPr/>
          <p:nvPr/>
        </p:nvSpPr>
        <p:spPr>
          <a:xfrm>
            <a:off x="3643884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00984" y="21031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中转路由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00984" y="242316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选供应商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分配账号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提交生成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9704" y="219456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54296" y="1371600"/>
            <a:ext cx="1234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42916" y="1554480"/>
            <a:ext cx="457200" cy="457200"/>
          </a:xfrm>
          <a:prstGeom prst="ellipse">
            <a:avLst/>
          </a:prstGeom>
          <a:solidFill>
            <a:srgbClr val="E85D2C"/>
          </a:solidFill>
          <a:ln/>
        </p:spPr>
      </p:sp>
      <p:sp>
        <p:nvSpPr>
          <p:cNvPr id="25" name="Text 23"/>
          <p:cNvSpPr/>
          <p:nvPr/>
        </p:nvSpPr>
        <p:spPr>
          <a:xfrm>
            <a:off x="504291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00016" y="21031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供应商生成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0016" y="242316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生成视频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返回结果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88736" y="219456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53328" y="1371600"/>
            <a:ext cx="1234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1948" y="155448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6441948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99048" y="21031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产物回传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99048" y="242316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下载视频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转存到 OBS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验证完整性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87768" y="219456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52360" y="1371600"/>
            <a:ext cx="1234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40980" y="1554480"/>
            <a:ext cx="457200" cy="45720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7" name="Text 35"/>
          <p:cNvSpPr/>
          <p:nvPr/>
        </p:nvSpPr>
        <p:spPr>
          <a:xfrm>
            <a:off x="78409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98080" y="210312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用户获取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98080" y="242316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回调通知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结算扣费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用户下载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关键保障：不成功不扣费 · 产物必须验证后才算完成 · 下载审计区分「发链接」和「确认下载」</a:t>
            </a:r>
            <a:endParaRPr lang="en-US" sz="1100" dirty="0"/>
          </a:p>
        </p:txBody>
      </p:sp>
      <p:sp>
        <p:nvSpPr>
          <p:cNvPr id="4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技术栈一览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2606040" cy="502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React 19 + Vite 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Phosphor Icons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Recharts 图表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Manrope + Noto Sans SC 字体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6118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Cloudflare Worker 托管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28016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280160"/>
            <a:ext cx="2606040" cy="5029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280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1965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Python FastAPI（客户平台）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2377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Python FastAPI（中转站）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 / new-api（中转站迁移目标）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32004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PostgreSQL 数据库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6118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Redis 队列 + 缓存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28016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280160"/>
            <a:ext cx="2606040" cy="50292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280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基础设施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5080" y="19659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华为云 OBS（产物存储）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377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Docker Compose 本地编排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Nginx 反向代理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32004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Alembic 数据库迁移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6118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HMAC 签名回调</a:t>
            </a:r>
            <a:endParaRPr lang="en-US" sz="11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安全与计费要点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137160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E85D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整数分计费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7830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所有金额用整数最小货币单位（分），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不用浮点数，避免精度问题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28016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280160"/>
            <a:ext cx="54864" cy="1371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508760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1463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不成功不扣费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17830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生成失败自动释放预扣金额，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用户永远不会为失败的任务付费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54864" cy="13716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017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权限隔离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3375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公司之间数据隔离、成员按角色限权、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个人与公司积分分开管理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283464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2834640"/>
            <a:ext cx="54864" cy="137160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3063240"/>
            <a:ext cx="548640" cy="548640"/>
          </a:xfrm>
          <a:prstGeom prst="ellipse">
            <a:avLst/>
          </a:prstGeom>
          <a:solidFill>
            <a:srgbClr val="1B2631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3017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只追加账本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33375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所有账单记录只能追加不能修改删除，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数据库层面防止篡改</a:t>
            </a:r>
            <a:endParaRPr lang="en-US" sz="10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" cy="457200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项目现状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3108960"/>
          </a:xfrm>
          <a:prstGeom prst="rect">
            <a:avLst/>
          </a:prstGeom>
          <a:solidFill>
            <a:srgbClr val="EAF7E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已完成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双平台边界与统一生成契约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多公司、成员、角色、权限生命周期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模型/资源权益矩阵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611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钱包账本、计费、消费报表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1828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持久任务、Outbox、Redis 队列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3240" y="2423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适配器路由、失败切换、产物转存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3017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签名回调、重试、死信状态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63240" y="3611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Provider 健康监控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1280160"/>
            <a:ext cx="2926080" cy="3108960"/>
          </a:xfrm>
          <a:prstGeom prst="rect">
            <a:avLst/>
          </a:prstGeom>
          <a:solidFill>
            <a:srgbClr val="FDEEE8"/>
          </a:solidFill>
          <a:ln w="12700">
            <a:solidFill>
              <a:srgbClr val="F5CB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85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⏳ 待接入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932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真实 IdP 登录认证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真实 AI 供应商接入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生产华为云 OBS 配置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89320" y="3566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可信支付通道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当前环境仅用于本地或受控演示，不得公网商用或向真实客户收费。</a:t>
            </a:r>
            <a:endParaRPr lang="en-US" sz="10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D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E85D2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旭天 = 企业级 AI 视频创作平台，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让团队从创意到发布全流程线上化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E85D2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双平台架构：客户平台管权限计费，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中转站管生成路由和产物转存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E85D2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安全第一：不成功不扣费、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权限隔离、只追加账本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1B263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下一步探索：npm run dev 启动前端  →  访问首页社区流  →  点「创作」体验生成流程  →  查看 docs/ 了解架构细节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旭天 · 让创意如旭日升空</a:t>
            </a:r>
            <a:endParaRPr lang="en-US" sz="14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2026-08-16T01:44:46Z</dcterms:created>
  <dcterms:modified xsi:type="dcterms:W3CDTF">2026-08-16T01:44:46Z</dcterms:modified>
</cp:coreProperties>
</file>